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799EDC0-1DDA-4F36-B035-2C4F77386056}" type="datetimeFigureOut">
              <a:rPr lang="en-IN" smtClean="0"/>
              <a:t>18-08-2025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1615775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99EDC0-1DDA-4F36-B035-2C4F77386056}"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3041418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99EDC0-1DDA-4F36-B035-2C4F77386056}"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1425767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99EDC0-1DDA-4F36-B035-2C4F77386056}" type="datetimeFigureOut">
              <a:rPr lang="en-IN" smtClean="0"/>
              <a:t>18-08-2025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1342289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99EDC0-1DDA-4F36-B035-2C4F77386056}" type="datetimeFigureOut">
              <a:rPr lang="en-IN" smtClean="0"/>
              <a:t>18-08-2025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3972058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99EDC0-1DDA-4F36-B035-2C4F77386056}" type="datetimeFigureOut">
              <a:rPr lang="en-IN" smtClean="0"/>
              <a:t>18-08-2025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2510056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99EDC0-1DDA-4F36-B035-2C4F77386056}" type="datetimeFigureOut">
              <a:rPr lang="en-IN" smtClean="0"/>
              <a:t>18-08-2025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4266087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99EDC0-1DDA-4F36-B035-2C4F77386056}" type="datetimeFigureOut">
              <a:rPr lang="en-IN" smtClean="0"/>
              <a:t>18-08-2025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3396414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99EDC0-1DDA-4F36-B035-2C4F77386056}" type="datetimeFigureOut">
              <a:rPr lang="en-IN" smtClean="0"/>
              <a:t>18-08-2025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1826638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99EDC0-1DDA-4F36-B035-2C4F77386056}" type="datetimeFigureOut">
              <a:rPr lang="en-IN" smtClean="0"/>
              <a:t>18-08-2025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597363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799EDC0-1DDA-4F36-B035-2C4F77386056}"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2637335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799EDC0-1DDA-4F36-B035-2C4F77386056}"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631673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99EDC0-1DDA-4F36-B035-2C4F77386056}"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2300566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799EDC0-1DDA-4F36-B035-2C4F77386056}" type="datetimeFigureOut">
              <a:rPr lang="en-IN" smtClean="0"/>
              <a:t>18-08-2025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36999291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799EDC0-1DDA-4F36-B035-2C4F77386056}" type="datetimeFigureOut">
              <a:rPr lang="en-IN" smtClean="0"/>
              <a:t>18-08-2025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28975599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0799EDC0-1DDA-4F36-B035-2C4F77386056}"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943577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0799EDC0-1DDA-4F36-B035-2C4F77386056}"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775D69B-67AD-4092-B779-E221826060AD}" type="slidenum">
              <a:rPr lang="en-IN" smtClean="0"/>
              <a:t>‹#›</a:t>
            </a:fld>
            <a:endParaRPr lang="en-IN"/>
          </a:p>
        </p:txBody>
      </p:sp>
    </p:spTree>
    <p:extLst>
      <p:ext uri="{BB962C8B-B14F-4D97-AF65-F5344CB8AC3E}">
        <p14:creationId xmlns:p14="http://schemas.microsoft.com/office/powerpoint/2010/main" val="656927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799EDC0-1DDA-4F36-B035-2C4F77386056}" type="datetimeFigureOut">
              <a:rPr lang="en-IN" smtClean="0"/>
              <a:t>18-08-2025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7775D69B-67AD-4092-B779-E221826060AD}" type="slidenum">
              <a:rPr lang="en-IN" smtClean="0"/>
              <a:t>‹#›</a:t>
            </a:fld>
            <a:endParaRPr lang="en-IN"/>
          </a:p>
        </p:txBody>
      </p:sp>
    </p:spTree>
    <p:extLst>
      <p:ext uri="{BB962C8B-B14F-4D97-AF65-F5344CB8AC3E}">
        <p14:creationId xmlns:p14="http://schemas.microsoft.com/office/powerpoint/2010/main" val="23141625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4BCD3-DF51-4D13-CE0D-26E4DE74156B}"/>
              </a:ext>
            </a:extLst>
          </p:cNvPr>
          <p:cNvSpPr>
            <a:spLocks noGrp="1"/>
          </p:cNvSpPr>
          <p:nvPr>
            <p:ph type="ctrTitle"/>
          </p:nvPr>
        </p:nvSpPr>
        <p:spPr>
          <a:xfrm>
            <a:off x="816077" y="1071717"/>
            <a:ext cx="9164536" cy="2143432"/>
          </a:xfrm>
        </p:spPr>
        <p:txBody>
          <a:bodyPr/>
          <a:lstStyle/>
          <a:p>
            <a:r>
              <a:rPr lang="en-US" dirty="0"/>
              <a:t>AIRLINES PERFORMANCE ANALYSIS</a:t>
            </a:r>
            <a:endParaRPr lang="en-IN" dirty="0"/>
          </a:p>
        </p:txBody>
      </p:sp>
      <p:sp>
        <p:nvSpPr>
          <p:cNvPr id="3" name="Subtitle 2">
            <a:extLst>
              <a:ext uri="{FF2B5EF4-FFF2-40B4-BE49-F238E27FC236}">
                <a16:creationId xmlns:a16="http://schemas.microsoft.com/office/drawing/2014/main" id="{F23AD8EC-8977-8856-648A-8762CFECB104}"/>
              </a:ext>
            </a:extLst>
          </p:cNvPr>
          <p:cNvSpPr>
            <a:spLocks noGrp="1"/>
          </p:cNvSpPr>
          <p:nvPr>
            <p:ph type="subTitle" idx="1"/>
          </p:nvPr>
        </p:nvSpPr>
        <p:spPr/>
        <p:txBody>
          <a:bodyPr/>
          <a:lstStyle/>
          <a:p>
            <a:r>
              <a:rPr lang="en-US" dirty="0"/>
              <a:t>PREPARED BY</a:t>
            </a:r>
          </a:p>
          <a:p>
            <a:r>
              <a:rPr lang="en-US" dirty="0"/>
              <a:t>S NIRMAL &amp; ANURAG RAJAN</a:t>
            </a:r>
          </a:p>
          <a:p>
            <a:endParaRPr lang="en-IN" dirty="0"/>
          </a:p>
        </p:txBody>
      </p:sp>
    </p:spTree>
    <p:extLst>
      <p:ext uri="{BB962C8B-B14F-4D97-AF65-F5344CB8AC3E}">
        <p14:creationId xmlns:p14="http://schemas.microsoft.com/office/powerpoint/2010/main" val="3769627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0F6B9-692A-DE78-7A15-60AB277920C6}"/>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A3B6DF23-C149-B04F-784A-A21898B28A5F}"/>
              </a:ext>
            </a:extLst>
          </p:cNvPr>
          <p:cNvSpPr>
            <a:spLocks noGrp="1"/>
          </p:cNvSpPr>
          <p:nvPr>
            <p:ph idx="1"/>
          </p:nvPr>
        </p:nvSpPr>
        <p:spPr>
          <a:xfrm>
            <a:off x="511277" y="2517058"/>
            <a:ext cx="11169445" cy="4168876"/>
          </a:xfrm>
        </p:spPr>
        <p:txBody>
          <a:bodyPr>
            <a:normAutofit/>
          </a:bodyPr>
          <a:lstStyle/>
          <a:p>
            <a:r>
              <a:rPr lang="en-US" dirty="0"/>
              <a:t>Airline performance analysis is essential for improving customer satisfaction and operational efficiency in the aviation sector. This project aims to predict the best-performing airlines in India by considering factors such as air time, ticket cost, customer reviews and feedback, quality of services, flight maintenance, and accident history. The central focus is to identify the airline with the highest level of customer satisfaction. Datasets are sourced from Kaggle and GitHub, combining structured flight data with unstructured customer sentiment. The methodology involves data preprocessing, exploratory analysis, machine learning prediction models, and visualization of performance metrics. Natural Language Processing (NLP) techniques are applied to analyze customer reviews, while statistical and predictive models assess safety and operational parameters . The project is implemented using Python, R, and SQL with libraries and tools such as Pandas, NumPy, Scikit-learn, NLTK, TensorFlow. The outcome is a data-driven framework to rank airlines by overall performance and customer satisfaction, providing insights for passengers and stakeholders.</a:t>
            </a:r>
          </a:p>
          <a:p>
            <a:endParaRPr lang="en-IN" dirty="0"/>
          </a:p>
        </p:txBody>
      </p:sp>
    </p:spTree>
    <p:extLst>
      <p:ext uri="{BB962C8B-B14F-4D97-AF65-F5344CB8AC3E}">
        <p14:creationId xmlns:p14="http://schemas.microsoft.com/office/powerpoint/2010/main" val="616753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D6E4-E2AC-62AA-7AE8-C7C22D3B8699}"/>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168C43D6-FDFA-E398-B3A2-CE9BD9032DC8}"/>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5E518813-B920-3037-53E6-046004158B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574" y="1790695"/>
            <a:ext cx="5587252" cy="3545533"/>
          </a:xfrm>
          <a:prstGeom prst="rect">
            <a:avLst/>
          </a:prstGeom>
        </p:spPr>
      </p:pic>
      <p:pic>
        <p:nvPicPr>
          <p:cNvPr id="9" name="Picture 8">
            <a:extLst>
              <a:ext uri="{FF2B5EF4-FFF2-40B4-BE49-F238E27FC236}">
                <a16:creationId xmlns:a16="http://schemas.microsoft.com/office/drawing/2014/main" id="{E741C42B-3901-4B58-3021-EC7AE21BCA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8316" y="1790694"/>
            <a:ext cx="5587252" cy="3545533"/>
          </a:xfrm>
          <a:prstGeom prst="rect">
            <a:avLst/>
          </a:prstGeom>
        </p:spPr>
      </p:pic>
      <p:sp>
        <p:nvSpPr>
          <p:cNvPr id="13" name="TextBox 12">
            <a:extLst>
              <a:ext uri="{FF2B5EF4-FFF2-40B4-BE49-F238E27FC236}">
                <a16:creationId xmlns:a16="http://schemas.microsoft.com/office/drawing/2014/main" id="{57FD64F2-8264-D18F-C1F9-DFBA3C6AD6DD}"/>
              </a:ext>
            </a:extLst>
          </p:cNvPr>
          <p:cNvSpPr txBox="1"/>
          <p:nvPr/>
        </p:nvSpPr>
        <p:spPr>
          <a:xfrm>
            <a:off x="2045110" y="875071"/>
            <a:ext cx="1951175" cy="369332"/>
          </a:xfrm>
          <a:prstGeom prst="rect">
            <a:avLst/>
          </a:prstGeom>
          <a:noFill/>
        </p:spPr>
        <p:txBody>
          <a:bodyPr wrap="none" rtlCol="0">
            <a:spAutoFit/>
          </a:bodyPr>
          <a:lstStyle/>
          <a:p>
            <a:r>
              <a:rPr lang="en-US" dirty="0">
                <a:solidFill>
                  <a:schemeClr val="bg1"/>
                </a:solidFill>
                <a:latin typeface="Britannic Bold" panose="020B0903060703020204" pitchFamily="34" charset="0"/>
              </a:rPr>
              <a:t>KAGGLE DATASET</a:t>
            </a:r>
            <a:endParaRPr lang="en-IN" dirty="0">
              <a:solidFill>
                <a:schemeClr val="bg1"/>
              </a:solidFill>
              <a:latin typeface="Britannic Bold" panose="020B0903060703020204" pitchFamily="34" charset="0"/>
            </a:endParaRPr>
          </a:p>
        </p:txBody>
      </p:sp>
      <p:sp>
        <p:nvSpPr>
          <p:cNvPr id="16" name="TextBox 15">
            <a:extLst>
              <a:ext uri="{FF2B5EF4-FFF2-40B4-BE49-F238E27FC236}">
                <a16:creationId xmlns:a16="http://schemas.microsoft.com/office/drawing/2014/main" id="{612D9C07-46BA-7857-0BB3-B9D1602D82FB}"/>
              </a:ext>
            </a:extLst>
          </p:cNvPr>
          <p:cNvSpPr txBox="1"/>
          <p:nvPr/>
        </p:nvSpPr>
        <p:spPr>
          <a:xfrm>
            <a:off x="8313174" y="793221"/>
            <a:ext cx="1951175" cy="369332"/>
          </a:xfrm>
          <a:prstGeom prst="rect">
            <a:avLst/>
          </a:prstGeom>
          <a:noFill/>
        </p:spPr>
        <p:txBody>
          <a:bodyPr wrap="square" rtlCol="0">
            <a:spAutoFit/>
          </a:bodyPr>
          <a:lstStyle/>
          <a:p>
            <a:r>
              <a:rPr lang="en-US" dirty="0">
                <a:latin typeface="Britannic Bold" panose="020B0903060703020204" pitchFamily="34" charset="0"/>
              </a:rPr>
              <a:t>GITHUB DATASET</a:t>
            </a:r>
            <a:endParaRPr lang="en-IN" dirty="0">
              <a:latin typeface="Britannic Bold" panose="020B0903060703020204" pitchFamily="34" charset="0"/>
            </a:endParaRPr>
          </a:p>
        </p:txBody>
      </p:sp>
    </p:spTree>
    <p:extLst>
      <p:ext uri="{BB962C8B-B14F-4D97-AF65-F5344CB8AC3E}">
        <p14:creationId xmlns:p14="http://schemas.microsoft.com/office/powerpoint/2010/main" val="26737424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44</TotalTime>
  <Words>197</Words>
  <Application>Microsoft Office PowerPoint</Application>
  <PresentationFormat>Widescreen</PresentationFormat>
  <Paragraphs>7</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Britannic Bold</vt:lpstr>
      <vt:lpstr>Century Gothic</vt:lpstr>
      <vt:lpstr>Wingdings 3</vt:lpstr>
      <vt:lpstr>Ion Boardroom</vt:lpstr>
      <vt:lpstr>AIRLINES PERFORMANCE ANALYSIS</vt:lpstr>
      <vt:lpstr>ABSTRACT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nirmal0215s@gmail.com</dc:creator>
  <cp:lastModifiedBy>nirmal0215s@gmail.com</cp:lastModifiedBy>
  <cp:revision>1</cp:revision>
  <dcterms:created xsi:type="dcterms:W3CDTF">2025-08-18T03:49:25Z</dcterms:created>
  <dcterms:modified xsi:type="dcterms:W3CDTF">2025-08-18T04:33:28Z</dcterms:modified>
</cp:coreProperties>
</file>